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 on the line. No logo, no preamble. It is an accurate technical claim, not a slogan: a mail-only tool cannot make this judgement because it has never read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problems are invisible to an inbox because the inbox has no idea what was agreed.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defensibility slide. A mail-only competitor cannot produce the right-hand side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capabilities, one dependency: all of it rests on having read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here was scripted for the demo. The link between the two messages is a field the classifier fills in: the 19 August message is conversationally noise and is also chasing a specific commitment.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Python, SQLite, FastAPI. Provider behind one interface: Gemini shipped, Ollama for local iteration, Anthropic supported.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Undo is free precisely because nothing was sent — at worst a draft leaves the drafts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pre-empts the most obvious skeptical question. Two domains, two currencies, two timezones, one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bug worth dwelling on is the second: it rendered a valid-looking page with a piece missing. Nothing signals check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same line the deck opened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5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Chief of Staff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Gmail has your inbox.</a:t>
            </a:r>
            <a:endParaRPr lang="en-US" sz="30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0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have your contract.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4526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reads a freelancer's client email against the agreement they signed.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7E7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BUILDERS HACKATHON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FREELANCER'S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go wrong, and neither lives in the inbox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6766560" cy="1463040"/>
          </a:xfrm>
          <a:prstGeom prst="roundRect">
            <a:avLst>
              <a:gd name="adj" fmla="val 1875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67128"/>
            <a:ext cx="384048" cy="384048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67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81328" y="211226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creep arrives politely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81328" y="249631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“Can you also just add…” Nobody says “I'd like to change the contract.” It reads as a favour, so it gets done for free.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6766560" cy="1463040"/>
          </a:xfrm>
          <a:prstGeom prst="roundRect">
            <a:avLst>
              <a:gd name="adj" fmla="val 1875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50208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81328" y="389534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Promises get lost in threads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81328" y="427939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get that to you by Friday” is buried under forty messages. The client remembers. You don't.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818120" y="1874520"/>
            <a:ext cx="3703320" cy="3246120"/>
          </a:xfrm>
          <a:prstGeom prst="roundRect">
            <a:avLst>
              <a:gd name="adj" fmla="val 845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2148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92440" y="256032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Unpaid work,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client who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stops trusting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dates.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092440" y="4526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freelancer eats both.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OBVIOUS QUESTION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hasn't Gmail already done this?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triage tools read mail. This reads the contract first.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57800" cy="2926080"/>
          </a:xfrm>
          <a:prstGeom prst="roundRect">
            <a:avLst>
              <a:gd name="adj" fmla="val 938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42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5B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CLIENT, 10 AUGUST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“Customers keep calling to ask if they can just buy the rings directly from the website. Nothing fancy, just a buy button.”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4224528"/>
            <a:ext cx="1600200" cy="310896"/>
          </a:xfrm>
          <a:prstGeom prst="roundRect">
            <a:avLst>
              <a:gd name="adj" fmla="val 8824"/>
            </a:avLst>
          </a:prstGeom>
          <a:solidFill>
            <a:srgbClr val="FBEDEA"/>
          </a:solidFill>
          <a:ln w="12700">
            <a:solidFill>
              <a:srgbClr val="B334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2245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257800" cy="2011680"/>
          </a:xfrm>
          <a:prstGeom prst="roundRect">
            <a:avLst>
              <a:gd name="adj" fmla="val 181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2432304"/>
            <a:ext cx="4745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AGREEMENT THEY BOTH SIGNED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9672" y="2706624"/>
            <a:ext cx="47457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i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“Online payments, shopping cart, and any e-commerce functionality are excluded from this agreement.”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63640" y="448056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quotes the clause into the reply, word for word, so the client can check 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contract. Judge the mail. Track the promises.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200400"/>
          </a:xfrm>
          <a:prstGeom prst="roundRect">
            <a:avLst>
              <a:gd name="adj" fmla="val 857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286000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852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agreement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56616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signed contract into scope items, each carrying a span copied word for word. A quote that isn't in the document raises — it is never quietly dropped.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429000" cy="3200400"/>
          </a:xfrm>
          <a:prstGeom prst="roundRect">
            <a:avLst>
              <a:gd name="adj" fmla="val 857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1728" y="2286000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1" name="Text 9"/>
          <p:cNvSpPr/>
          <p:nvPr/>
        </p:nvSpPr>
        <p:spPr>
          <a:xfrm>
            <a:off x="468172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81728" y="2852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every message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81728" y="356616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scope, out of scope, a new commitment, or noise — with the clause that decides it and how sure it is.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965960"/>
            <a:ext cx="3429000" cy="3200400"/>
          </a:xfrm>
          <a:prstGeom prst="roundRect">
            <a:avLst>
              <a:gd name="adj" fmla="val 857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0768" y="2286000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6" name="Text 14"/>
          <p:cNvSpPr/>
          <p:nvPr/>
        </p:nvSpPr>
        <p:spPr>
          <a:xfrm>
            <a:off x="843076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30768" y="2852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ledger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30768" y="356616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promise you made, the words that set its deadline, and whether you kept 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acts, but only into drafts — and never sends.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MOMENT THAT SELLS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flagged the slip a week before the client did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5780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128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· 12 AUGUST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get the Collections page to you by Friday.”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525780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133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B3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· 19 AUGUST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44622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“Any luck with the Collections page? You'd mentioned Friday…”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63640" y="1965960"/>
            <a:ext cx="5257800" cy="3611880"/>
          </a:xfrm>
          <a:prstGeom prst="roundRect">
            <a:avLst>
              <a:gd name="adj" fmla="val 759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2860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LEDGER, ON 14 AUGUST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26974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FF9C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OVERDUE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3127248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 page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14 August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delivered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37960" y="4709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days before the client asked.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and a rule about who decides what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59536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→ scope items,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a verbatim span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91256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56432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75888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75888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→ verdict,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to a clause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007608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72784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words → dates,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in code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823960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089136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08592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08592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→ your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approval. Never sent.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114800"/>
            <a:ext cx="539496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3708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copies. The code decides.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440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copies “by Friday” verbatim. Code anchors that to when the message arrived, in the freelancer's timezone. A model asked for a date invents a plausible one.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4114800"/>
            <a:ext cx="521208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3708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“Soon” is recorded, not discarded.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0" y="47548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promise with no date is the one that goes missing. It is kept in the ledger, marked vague, quoting the word you actually used.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refuses to do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rails, enforced in code and covered by tests — not asked for in a prompt.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694944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51176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51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38658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463040" y="2715768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created and stop there. The Gmail scope would permit sending; the codebase has no send path, and a test asserts 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694944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58184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758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359359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invents money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463040" y="3922776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fee or percentage may appear in a reply unless it is already in the contract.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654296"/>
            <a:ext cx="694944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965192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480060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picks your date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463040" y="5129784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late-work update leaves [NEW DATE] for you. Committing you to a date you never agreed is not the agent's to do.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0" y="2240280"/>
            <a:ext cx="3566160" cy="3648456"/>
          </a:xfrm>
          <a:prstGeom prst="roundRect">
            <a:avLst>
              <a:gd name="adj" fmla="val 769"/>
            </a:avLst>
          </a:prstGeom>
          <a:solidFill>
            <a:srgbClr val="FAF2D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8A65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WHEN IT ISN'T SURE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“Could the logo animate a little?”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0" y="39776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that it might sit inside an existing deliverable. The agent writes no draft. It asks you.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 YOU OVERFIT TO YOUR OWN DEMO?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unrelated contracts. No prompt changes.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was written to break the first one's assumptions: prose instead of lists, exclusions buried mid-paragraph under no heading, dollars instead of rupees, a timezone west of UTC.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240280"/>
                <a:gridCol w="2240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spc="110" kern="0" dirty="0">
                          <a:solidFill>
                            <a:srgbClr val="4B3F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WEBSITE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spc="110" kern="0" dirty="0">
                          <a:solidFill>
                            <a:srgbClr val="4B3F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PIPELINE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sections, explicit 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prose, buried in text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/ timezone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INR fixed · +5:30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USD hourly · −4:00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items extracted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Unverifiable quotes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Exclusions found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of 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of 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 rejected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of 20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of 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“Unsure” verdicts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Drafts refused by rails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641080" y="2395728"/>
            <a:ext cx="2880360" cy="2798064"/>
          </a:xfrm>
          <a:prstGeom prst="roundRect">
            <a:avLst>
              <a:gd name="adj" fmla="val 980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87968" y="26700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unsure band held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887968" y="3346704"/>
            <a:ext cx="2423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F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“Could the logo animate?” and “just another column” are the same shape — and each was the single unsure verdict in its thread.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KNOW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second contract found three bugs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it was not a demo flourish. It was a test, and it failed usefully.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42032"/>
            <a:ext cx="365760" cy="365760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37744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off by one, west of UTC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stored in UTC reads as the next day at −4:00. A +5:30 demo hid it completely.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30752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356616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 that rendered fine, with a piece missing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463040" y="388620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ids assumed to be per-project were global, so replaying the second contract silently dropped every link between a chase and its promise.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919472"/>
            <a:ext cx="365760" cy="365760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919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475488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project's run wiping another's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463040" y="5074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root cause. Once we saw the shape twice, we audited for it and found a third instance before it bit.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275320" y="2240280"/>
            <a:ext cx="3246120" cy="3566160"/>
          </a:xfrm>
          <a:prstGeom prst="roundRect">
            <a:avLst>
              <a:gd name="adj" fmla="val 845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9640" y="2487168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5400" dirty="0"/>
          </a:p>
        </p:txBody>
      </p:sp>
      <p:sp>
        <p:nvSpPr>
          <p:cNvPr id="22" name="Text 20"/>
          <p:cNvSpPr/>
          <p:nvPr/>
        </p:nvSpPr>
        <p:spPr>
          <a:xfrm>
            <a:off x="8549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10" kern="0" dirty="0">
                <a:solidFill>
                  <a:srgbClr val="5B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checks, no framework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4964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cover what fails quietly: a fabricated quote, an invented price, a cache prefix that stops being stable, a due date one day out, a send path appearing where none should exist.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25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7E7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PAYS, AND 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recovered change order pays for a year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developers and consultants who bill by scope — people who lose money to unpaid extras, not to lack of leads.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3484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3484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Per-seat subscription. Paid inference, not a free tier: a real statement of work carries client names and fees.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ingestion, message classification, obligation ledger, drafting with safety rails, and the review surface — running end to end on two contracts.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Gmail has your inbox. It does not have your contract.</a:t>
            </a:r>
            <a:endParaRPr lang="en-US" sz="2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Chief of Staff</dc:title>
  <dc:subject>PptxGenJS Presentation</dc:subject>
  <dc:creator>Chief of Staff</dc:creator>
  <cp:lastModifiedBy>Chief of Staff</cp:lastModifiedBy>
  <cp:revision>1</cp:revision>
  <dcterms:created xsi:type="dcterms:W3CDTF">2026-08-24T16:00:08Z</dcterms:created>
  <dcterms:modified xsi:type="dcterms:W3CDTF">2026-08-24T16:00:08Z</dcterms:modified>
</cp:coreProperties>
</file>